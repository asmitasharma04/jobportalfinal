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69" r:id="rId4"/>
    <p:sldId id="268" r:id="rId5"/>
    <p:sldId id="267" r:id="rId6"/>
    <p:sldId id="271" r:id="rId7"/>
    <p:sldId id="266" r:id="rId8"/>
    <p:sldId id="265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62" d="100"/>
          <a:sy n="62" d="100"/>
        </p:scale>
        <p:origin x="7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F0F142-3FF6-45FB-9C61-D87EC877E9BC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1BE84A-A0F0-440E-9864-574B54BDD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1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2C23-18CA-9B74-C0C1-DEB799050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720A0-D170-67FF-DA8D-1CFD67475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84C71-A60A-3141-4BF9-DD870D45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85E05-A3BC-7CFB-B63F-55418EE73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6AE12-C62D-0688-BBD7-4D59FDE7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67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300AA-BF55-96F9-FBDF-0EA91C9A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EE681-0599-B890-1844-469F1FA6C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3D2B0-2CF6-EC96-E3EA-29B378C20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E6B78-040A-1276-5FF8-001F18DB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4054-DFD1-3FAE-49DF-BF6094C7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81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233BE-4176-C420-A5A8-63407D91D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6586D-D43F-C7E0-D213-E44C24B33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3A136-8034-4ED3-5712-972F65599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5CD71-A88E-23F6-6DF1-4F2FA12F4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B691D-3EF2-BAC1-2A42-25B64766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62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B6C5-D211-4C31-4D50-20AC29E7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5BCD-BACF-9E34-44B1-36469B6F9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61B5A-18A0-F5AF-748D-FC919EB91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36F0D-E711-2FBB-4CA9-8D7A1FD78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B8611-29F2-3F8C-F038-8F4B6F7F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35054-9693-FC66-F6CC-EB327BEB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260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4698-00E3-D244-9ADD-21A736D1F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E945E-4613-3AEC-4DD7-DA11B2277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F8840-9A36-3662-0092-C6ED15CFE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6A25A-B87E-08E9-34F5-7C833D5CF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DF81F-5185-7582-A385-ACFB1B327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F74398-748B-E0D3-0AA4-DA266EF35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EB99F-A6F7-E399-FFC2-79EC37CB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FE0D7-897E-7580-4190-8B482A9D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40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3E42-C152-BC48-E2B1-927636013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5C85C-9DF5-F1AB-5F68-C68A9DA7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1BEB0-36A3-55D8-3B2E-C9F4E4A15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6BBB22-AB99-670E-21E1-F6CC1DE3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736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6F5F5-3402-35A4-7D86-A90A90E59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5A7B6-FC6E-8F88-BA2B-512504BD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1AB98-D170-E83C-8E46-376A2383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985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EC259-3E91-49F6-302B-8816A5C92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9CFBF-F973-4D38-56E1-B9485D591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1DAF7-3255-F38F-0019-349AF1592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4CA3C-8506-E9F7-1226-9E58C0E8A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FAEB3-B724-DAAA-B72A-52DB5497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2AAA6-B29B-FD37-3A60-4A84C992C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837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D574-C189-E2BA-BE93-94838D951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7C315F-5D64-A3FC-691A-76CB2686DB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B5B0-FD46-526F-AEBB-8BA5CEB1F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5F533-7A11-318E-457D-10EC17DE9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D2854-2A19-DF0E-7830-5B3B4E2A0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2FDC3-098C-A4F8-A74E-04B1FA43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77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5AC0D-AF6D-F08C-D979-653BD3D2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7531E-4296-440E-DF22-A5416BF2A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80D8E-4332-4EC0-7F7C-C4B36D1A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DBE84-CE7F-CB5D-9A3C-9A42FFC06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1B4-DF0F-82A7-7814-AC390739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08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64393F-343E-9AB2-7889-9BEE6656A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46CFB-53EC-48C1-795B-A492B3332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A61A1-A3EF-0934-E054-28B185B6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0461-55DB-486D-B9D0-467FFADEE2C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8D90B-2424-17FC-3D9E-20FD0B68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01AC1-8D42-8B6A-2C7B-56973F4E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89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B0EF2-4F70-EF77-8B1A-543BA860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53576-7B22-F18A-53DC-9709440CF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08AE0-6609-C133-E4E7-975512C56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80461-55DB-486D-B9D0-467FFADEE2CA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DE06C-8B5F-93D7-E2A5-DB7E34DC5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101FA-E29F-3E70-163A-38545E0F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AE0D9-77B3-49D4-BFA2-8D2B7523F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49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0EC207E-C833-1EB2-A255-AE403CC2B543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DE647A-4379-5B86-C6D5-775E40B65B07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75CD784-DB13-1686-EB60-B048BFB67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4DB8B35-F43D-1A66-CD54-405F43DDD823}"/>
              </a:ext>
            </a:extLst>
          </p:cNvPr>
          <p:cNvSpPr txBox="1"/>
          <p:nvPr/>
        </p:nvSpPr>
        <p:spPr>
          <a:xfrm>
            <a:off x="2569632" y="1268568"/>
            <a:ext cx="62187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Back-End-Engineering Project</a:t>
            </a:r>
          </a:p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PID-10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E142B0-24A4-F291-EC69-C7F30F955927}"/>
              </a:ext>
            </a:extLst>
          </p:cNvPr>
          <p:cNvSpPr txBox="1"/>
          <p:nvPr/>
        </p:nvSpPr>
        <p:spPr>
          <a:xfrm>
            <a:off x="4815108" y="1764205"/>
            <a:ext cx="6155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2E6C8-DBC3-61A4-6B9F-FACD25B6342B}"/>
              </a:ext>
            </a:extLst>
          </p:cNvPr>
          <p:cNvSpPr txBox="1"/>
          <p:nvPr/>
        </p:nvSpPr>
        <p:spPr>
          <a:xfrm>
            <a:off x="791112" y="5662023"/>
            <a:ext cx="1156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 University Institute of Engineering and Technology, Punjab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522D4E-2ADA-5D3D-99FE-5BCEEB659CC7}"/>
              </a:ext>
            </a:extLst>
          </p:cNvPr>
          <p:cNvSpPr/>
          <p:nvPr/>
        </p:nvSpPr>
        <p:spPr>
          <a:xfrm>
            <a:off x="3746545" y="3351577"/>
            <a:ext cx="4479533" cy="21664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Asmita Sharma(2310990307)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Balreet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Singh (2310990310)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Bhavisha Ahuja (2310990312)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Dhruv Kumar (2310990325)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Trainer’s Name : Mr. Rahul.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744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ACF70-84B8-4476-5B25-F240E1BD2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855F08A-3269-0B61-228B-80DA38C5D016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5CEBD4-06B0-97BB-E228-F4228CF5D1D4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99502B-20AB-868C-5E4F-EA1F26568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316276-9A76-ED46-AFDE-5F77CBE192CB}"/>
              </a:ext>
            </a:extLst>
          </p:cNvPr>
          <p:cNvSpPr txBox="1"/>
          <p:nvPr/>
        </p:nvSpPr>
        <p:spPr>
          <a:xfrm>
            <a:off x="150069" y="1265759"/>
            <a:ext cx="6121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buFont typeface="Arial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buFont typeface="Arial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  <a:p>
            <a:pPr>
              <a:buFont typeface="Arial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Key Features</a:t>
            </a:r>
          </a:p>
          <a:p>
            <a:pPr>
              <a:buFont typeface="Arial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  <a:p>
            <a:pPr>
              <a:buFont typeface="Arial" pitchFamily="34" charset="0"/>
              <a:buChar char="•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95460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C1F1-1DC9-4C95-C617-95E403559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18B8DB0-A106-51BD-69A9-E8D3656F4CE9}"/>
              </a:ext>
            </a:extLst>
          </p:cNvPr>
          <p:cNvSpPr/>
          <p:nvPr/>
        </p:nvSpPr>
        <p:spPr>
          <a:xfrm>
            <a:off x="0" y="17985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BC95A4-4A9C-BFD4-BFBF-48EA1F287DB1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C0F390-5D3E-EFBC-D929-8C031E3A6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8646D4F-6E94-9B4D-7FDE-D5EBEE0CE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42" y="750912"/>
            <a:ext cx="1219200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full-stack Job-Portal using React, Node.js, Express, and MongoDB.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secure role-based access for Job Seekers and Employers.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an intuitive landing page for seamless role selection.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Enabled Employers to manage job postings and track applicants through a dedicated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resume building, job applications, assessments, real-time notifications, and analytics for enhanced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797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D681-C7A6-5068-B0A6-059185665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EABB87-1808-2A36-FD1A-74D22C3FE169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DE8AAE-55DA-1C2D-0874-B75CF7ADCA75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14A93AA-D424-7AE1-9A66-7280D1DDA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E465B1-D81C-402F-E01B-412B4359D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59" y="1237147"/>
            <a:ext cx="1192268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Employers find it difficult to reach the right candidates efficiently and manage incoming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lack structured tools for resume building, assessments, and interview preparation.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interaction between job seekers and employers is often unclear, making application tracking and applicant management challenging.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platforms have complex interfaces, limited notifications, and no analytics, creating the need for a scalable, secure, and user-friendly system with improved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seekers struggle to find relevant job opportunities in one centralized and organized platform.</a:t>
            </a:r>
          </a:p>
        </p:txBody>
      </p:sp>
    </p:spTree>
    <p:extLst>
      <p:ext uri="{BB962C8B-B14F-4D97-AF65-F5344CB8AC3E}">
        <p14:creationId xmlns:p14="http://schemas.microsoft.com/office/powerpoint/2010/main" val="150806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148C6-DC96-681C-DCBB-57C043B7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1B7C811-B0E1-FF20-DD71-3D4AB20C7723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Details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E2725F-3693-F590-7F0C-BF7764EE7582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4B9B8B-F7EF-0D79-78B8-17C138B8A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D789EC-0624-2C71-F59B-42FFFA7ED187}"/>
              </a:ext>
            </a:extLst>
          </p:cNvPr>
          <p:cNvSpPr txBox="1"/>
          <p:nvPr/>
        </p:nvSpPr>
        <p:spPr>
          <a:xfrm>
            <a:off x="71919" y="1166033"/>
            <a:ext cx="1176391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React.js for a responsive and dynamic user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role-based dashboards for Users and Employers.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React Router for smooth navigation between pages.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with Node.js and Express.js for handling server-side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APIs for user authentication, job management, and application tracking.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middleware for request validation and security.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used to store user profiles, job postings, applications, and notifications.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efficient data retrieval and storage.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 &amp; Environment: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for coding, Postman for API testing, Node Package Manager (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dependency management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918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18644-4694-BF7C-5426-CC55E8B3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2BB2384-8CA8-829C-B17A-C77F8E19EE19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0F363B-E6AC-008E-5736-F408D97E0921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1E73E7-B411-EAE3-C926-CBE04A99E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C863D8-824E-A58D-B21A-18A67DCC8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93" y="1089077"/>
            <a:ext cx="12109807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Management: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Employers can post jobs, manage applicants, and track application progress.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Applications: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can view job listings, apply easily, and receive real-time notifications on application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 Builder: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can create and download standard-format resumes within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Preparation: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Built-in assessments like DSA, aptitude, and coding practice.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Data Storage: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profiles, job posts, and applications are securely stored in MongoDB.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Clean, responsive, and intuitive design for smooth navigation.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Capable of supporting multiple employers and job seekers simultaneously.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quick access to all key actions, updates, and role-specific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System: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Sends alerts for job status changes, new postings, employer responses, and important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Separate dashboards for Users and Employers.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Module: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Offers insights on job performance, application trends, user engagement, and dashboard metrics.</a:t>
            </a:r>
          </a:p>
        </p:txBody>
      </p:sp>
    </p:spTree>
    <p:extLst>
      <p:ext uri="{BB962C8B-B14F-4D97-AF65-F5344CB8AC3E}">
        <p14:creationId xmlns:p14="http://schemas.microsoft.com/office/powerpoint/2010/main" val="2140233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CA0F-793E-68D1-1917-3DB82724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D7A6D0-DD1A-0DE2-812D-9D185A3F9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13" y="1032267"/>
            <a:ext cx="5315692" cy="2676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FC744E-D93B-E578-BDFD-632BC1740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130" y="1032267"/>
            <a:ext cx="5353797" cy="26761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27ED57-7DB3-638C-9537-54417FA77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14" y="3896255"/>
            <a:ext cx="5315692" cy="23783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4DB5DF-451C-E5C7-FDD8-83D4798CC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006" y="3896255"/>
            <a:ext cx="5420481" cy="23783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CA1730-EA39-3B20-3B06-EE5149D1C498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– Seeker Side Dashboard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09073-B03D-8AC3-CF06-7275642203F9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45F4D26-230F-F4C3-AB06-F5363EDEE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9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10289-17AE-ED65-5DE9-07C62E6B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C37DE71-F86F-7AD3-87B5-0087C5E71044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 and Footer Section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0F152C-8B13-B665-00AB-CD6AC8BC468D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A6D1A67-7910-8FFB-80BB-A5E002877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608159-65C8-E480-1C49-345B444E8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63" y="1880172"/>
            <a:ext cx="4963218" cy="31336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753455-9397-A9F2-BB46-6340B4877A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067" y="1880172"/>
            <a:ext cx="5229955" cy="313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68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3E5A5-498A-8BB4-8EDC-EB292347F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AA5C821-6448-79FD-D38E-BC1472C6B2AE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Builder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04E40D-5D3F-8BBC-388C-B6ECE1D18AAA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877493-3BC0-E816-57BF-942C60484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02F8A64-9AD2-9190-2C3E-5BD432D0C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34" y="1200236"/>
            <a:ext cx="5172797" cy="24278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403BC6-2018-A6CA-BED7-C9C5DDC80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623" y="1045938"/>
            <a:ext cx="5210902" cy="50980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8636EB-087D-52DF-7134-19887A6FC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34" y="3852231"/>
            <a:ext cx="5172797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94694-0140-E0F6-4BB6-251CB941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A93F25E-B5EB-139A-C494-FC17329D8E2E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Interview Practice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47839E-9869-313E-B70B-BF670AE60E7D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E99756-2F30-7DB7-81D3-EA0F8BF3E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A1D95-AB58-87F3-2F0D-2711400D7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011" y="1383937"/>
            <a:ext cx="5163271" cy="43023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4D0F79-749B-E78C-0863-313B3B906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08" y="1383937"/>
            <a:ext cx="4995743" cy="436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68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A1E5-18B8-5FE9-B31C-95A7E1693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8CAB94E-BC6F-2920-A28D-B583706E5995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for Job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295823-D0DD-EF15-C5D1-21B4C5491546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D59CAE-5D23-C644-9289-A5F2507D0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510B8D-4B68-0699-795C-53D1FCF77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24" y="1661324"/>
            <a:ext cx="5666859" cy="3808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09EF68-BE58-6F95-FAE6-4E05B2127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317" y="1661324"/>
            <a:ext cx="5722208" cy="380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08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ACFB3-64E4-E934-2A82-9359AF1F0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44E112D-D76F-1E25-AA48-A098D0A2B016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Employer Dashboard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EBE199-55ED-9C27-0175-2A57BD273960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B3BA07-B446-3D0B-4B27-7EF76A127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F0FF7A-8C60-6643-40FC-742261FE7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20" y="1284907"/>
            <a:ext cx="5201686" cy="2354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BB4117-5499-3BC5-2D71-8DB842174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84907"/>
            <a:ext cx="5821525" cy="2314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5DB5A0-D476-E094-6892-9BCE78E6B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7954" y="3947965"/>
            <a:ext cx="5574980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73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CF476-8B93-7566-2EC5-7B55E33DB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CDF9FFF-B08A-2F5B-42BB-E47B282522B2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Job &amp; Manage Applicants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C53533-1A51-A6F6-7AF3-EF8CD880F529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8EEE6A4-4309-7D73-0C52-149F0525F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E37B01-0F11-B981-ADA1-1237B99D1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75" y="1175803"/>
            <a:ext cx="5294118" cy="23147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25D2A7-310C-CC5A-AEA4-D71D0F68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962" y="1147692"/>
            <a:ext cx="5084219" cy="23428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4D3E03-7525-43DB-6DF7-7D6C4B3A73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6332" y="3634061"/>
            <a:ext cx="4658375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462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D64F-182D-B3E9-FBE9-29A0E38E8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DF88A9C-E13C-D633-EA2E-32903C8C7A39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Notifications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A96499-C912-C169-20DB-A33C96C0E3B9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9F33B0-E998-B7A7-CAAC-F82D96299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D10846-A29E-C45B-8CD7-0AFEFC8A4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57" y="1861254"/>
            <a:ext cx="4991796" cy="3748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415EEC-B7C2-385D-3A7C-6B004885C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9" y="1861254"/>
            <a:ext cx="5973926" cy="37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92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90F1E-8F49-BE09-39B8-8B785980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5387754-7E27-24E7-B9CD-DC75D2A59AD2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Storage Collection 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5D270D-EC4B-2998-D96E-DBDF6421AC13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E9D14B-A5A2-BA75-BD1B-6AEB708D4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F27EFA-8D38-AC9D-DCEB-18BE8023F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67" y="1237148"/>
            <a:ext cx="10366625" cy="503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08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82BD-7CD4-DC11-85A7-72987161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341C70-B36A-573F-2498-702FD4E4F3B6}"/>
              </a:ext>
            </a:extLst>
          </p:cNvPr>
          <p:cNvSpPr/>
          <p:nvPr/>
        </p:nvSpPr>
        <p:spPr>
          <a:xfrm>
            <a:off x="0" y="0"/>
            <a:ext cx="12192000" cy="976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A8B608-4A13-3794-FF61-50D837597AE2}"/>
              </a:ext>
            </a:extLst>
          </p:cNvPr>
          <p:cNvSpPr/>
          <p:nvPr/>
        </p:nvSpPr>
        <p:spPr>
          <a:xfrm>
            <a:off x="0" y="6462445"/>
            <a:ext cx="12192000" cy="3955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AE6F68-DC75-DC1E-D335-8797A23E7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52" y="261102"/>
            <a:ext cx="2848373" cy="743054"/>
          </a:xfrm>
          <a:prstGeom prst="rect">
            <a:avLst/>
          </a:prstGeom>
        </p:spPr>
      </p:pic>
      <p:pic>
        <p:nvPicPr>
          <p:cNvPr id="2" name="Picture 10" descr="Thank you cards Images | Free Vectors, Stock Photos &amp; PSD">
            <a:extLst>
              <a:ext uri="{FF2B5EF4-FFF2-40B4-BE49-F238E27FC236}">
                <a16:creationId xmlns:a16="http://schemas.microsoft.com/office/drawing/2014/main" id="{74ABFCC9-B4F6-DD94-0487-8B7FF25A6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76044"/>
            <a:ext cx="12192000" cy="54864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593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561</Words>
  <Application>Microsoft Office PowerPoint</Application>
  <PresentationFormat>Widescreen</PresentationFormat>
  <Paragraphs>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Asmita Sharma</dc:creator>
  <cp:lastModifiedBy>Asmita Sharma</cp:lastModifiedBy>
  <cp:revision>2</cp:revision>
  <dcterms:created xsi:type="dcterms:W3CDTF">2025-11-15T04:21:59Z</dcterms:created>
  <dcterms:modified xsi:type="dcterms:W3CDTF">2025-11-15T05:21:56Z</dcterms:modified>
</cp:coreProperties>
</file>